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JxKlisXpy7DNS+3VaFvcJgQTT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06D171-1857-4561-B92E-F22A68902D2C}">
  <a:tblStyle styleId="{8906D171-1857-4561-B92E-F22A68902D2C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{8906D171-1857-4561-B92E-F22A68902D2C}</a:tableStyleId>
              </a:tblPr>
              <a:tblGrid>
                <a:gridCol w="2024750"/>
                <a:gridCol w="4419600"/>
                <a:gridCol w="5747650"/>
              </a:tblGrid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ニューラルネットワークの正解率[%]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畳み込みニューラルネットワークの正解率[%]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1層</a:t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2層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3層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4層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Train 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Test : </a:t>
                      </a:r>
                      <a:endParaRPr sz="2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2025-06-12T03:21:32Z</dcterms:created>
  <dc:creator>優 秋山</dc:creator>
</cp:coreProperties>
</file>